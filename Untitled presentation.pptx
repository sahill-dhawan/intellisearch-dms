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96CB48-1AF6-4AD9-AA30-310CE6A7AB3F}">
  <a:tblStyle styleId="{3896CB48-1AF6-4AD9-AA30-310CE6A7AB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c25c00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c25c00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c25c00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c25c00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dc25c005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dc25c005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dc25c00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dc25c00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dc25c005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dc25c005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c25c005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c25c00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c25c005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dc25c005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dc25c005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dc25c00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dc25c005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dc25c005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ahil22dhawan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2400" y="329625"/>
            <a:ext cx="8772900" cy="14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u="sng"/>
              <a:t>ATS Resume/File Keyword Scanner</a:t>
            </a:r>
            <a:endParaRPr sz="3800" u="sng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5400" y="1901075"/>
            <a:ext cx="9144000" cy="25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Name</a:t>
            </a:r>
            <a:r>
              <a:rPr lang="en" sz="1800">
                <a:solidFill>
                  <a:schemeClr val="dk1"/>
                </a:solidFill>
              </a:rPr>
              <a:t>:</a:t>
            </a:r>
            <a:r>
              <a:rPr lang="en" sz="1800">
                <a:solidFill>
                  <a:schemeClr val="dk1"/>
                </a:solidFill>
              </a:rPr>
              <a:t> Sahil Dhawan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Gmail</a:t>
            </a:r>
            <a:r>
              <a:rPr lang="en" sz="1800">
                <a:solidFill>
                  <a:schemeClr val="dk1"/>
                </a:solidFill>
              </a:rPr>
              <a:t>: s</a:t>
            </a:r>
            <a:r>
              <a:rPr lang="en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ahil22dhawan@gmail.com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Company:</a:t>
            </a:r>
            <a:r>
              <a:rPr lang="en" sz="1800">
                <a:solidFill>
                  <a:schemeClr val="dk1"/>
                </a:solidFill>
              </a:rPr>
              <a:t> Sopra steria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dk1"/>
                </a:solidFill>
              </a:rPr>
              <a:t>Mentor Name</a:t>
            </a:r>
            <a:r>
              <a:rPr lang="en" sz="1800">
                <a:solidFill>
                  <a:schemeClr val="dk1"/>
                </a:solidFill>
              </a:rPr>
              <a:t>: Abhishek Thapar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Problem Statement</a:t>
            </a:r>
            <a:endParaRPr b="1" i="1" u="sng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25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Companies receive hundreds of resumes daily.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Manual screening is time-consuming and inconsistent.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There is a need for a smart tool that scans files for specific job keywords.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Such a tool would help recruiters shortlist relevant resumes faster.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Objectives</a:t>
            </a:r>
            <a:endParaRPr b="1" i="1" u="sng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7803900" cy="28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Develop a Python-based Resume Scanner that: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Reads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.txt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.pdf</a:t>
            </a:r>
            <a:r>
              <a:rPr lang="en" sz="2000">
                <a:solidFill>
                  <a:schemeClr val="dk1"/>
                </a:solidFill>
              </a:rPr>
              <a:t>, and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.docx</a:t>
            </a:r>
            <a:r>
              <a:rPr lang="en" sz="2000">
                <a:solidFill>
                  <a:schemeClr val="dk1"/>
                </a:solidFill>
              </a:rPr>
              <a:t> files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Searches for specific keywords (e.g., “Python”, “SQL”, “Excel”)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Displays results with ✅ and ❌ indicators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Technologies Used</a:t>
            </a:r>
            <a:endParaRPr b="1" i="1" u="sng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643600" cy="3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825925" y="187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{3896CB48-1AF6-4AD9-AA30-310CE6A7AB3F}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Technology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Programming Language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Python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GUI Framework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Tkinter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Libraries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PyPDF2, python-docx, 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Keyword Match Summary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Working of the Project</a:t>
            </a:r>
            <a:endParaRPr b="1" i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u="sng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30000"/>
            <a:ext cx="6558300" cy="31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User selects a folder containing resumes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Enters job-related keywords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Program scans each file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Matches keywords inside text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Displays which resumes matched ✅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" y="1249325"/>
            <a:ext cx="8922464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Output Snapshot</a:t>
            </a:r>
            <a:endParaRPr b="1" i="1" u="sng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Show a result box image with ✅ and ❌ marks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Caption: “The tool instantly identifies which resumes match all entered keywords.”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3">
            <a:alphaModFix/>
          </a:blip>
          <a:srcRect b="13292" l="0" r="0" t="0"/>
          <a:stretch/>
        </p:blipFill>
        <p:spPr>
          <a:xfrm>
            <a:off x="424575" y="1152475"/>
            <a:ext cx="8067499" cy="392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Features</a:t>
            </a:r>
            <a:endParaRPr b="1" i="1" u="sng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72927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✅ Supports multiple file formats (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.pdf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.docx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.txt</a:t>
            </a:r>
            <a:r>
              <a:rPr lang="en">
                <a:solidFill>
                  <a:schemeClr val="dk1"/>
                </a:solidFill>
              </a:rPr>
              <a:t>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✅ Fast scanning using keyword logic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✅ Color-coded result view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✅ Simple, minimal GUI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✅ Works offline (no internet required)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/>
              <a:t> Learnings</a:t>
            </a:r>
            <a:endParaRPr b="1" i="1" u="sng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File Handling &amp; Text Extraction in Python: Understanding the mechanics of processing files and extracting text using Python.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Building User-Friendly GUIs with Tkinter: Developing intuitive graphical user interfaces for enhanced user experience.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Applying Automation to Real-World HR Problems: Leveraging automation to solve practical challenges in Human Resources.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Debugging, Code Organization &amp; User Testing: Best practices for identifying and fixing errors, structuring code, and validating solutions with users.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